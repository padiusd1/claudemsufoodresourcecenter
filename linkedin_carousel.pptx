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PATRICK VALERY  /  MORGAN STATE  /  SPRING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828800" cy="508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CA3AF"/>
                </a:solidFill>
                <a:latin typeface="Calibri"/>
              </a:rPr>
              <a:t>MORGAN STATE FOOD RESOURCE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91897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The pantry was full. The line was empty handed.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0"/>
            <a:ext cx="9189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8C973"/>
                </a:solidFill>
                <a:latin typeface="Calibri"/>
              </a:rPr>
              <a:t>So I built the system that would have served 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252960"/>
            <a:ext cx="9189720" cy="254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901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9D56"/>
                </a:solidFill>
                <a:latin typeface="Calibri"/>
              </a:rPr>
              <a:t>PATRICK VALERY  /  MORGAN STATE  / 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239012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01  /  WHY I BUILT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828800" cy="508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9189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line I stood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9189720" cy="73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E5E7EB"/>
                </a:solidFill>
                <a:latin typeface="Calibri"/>
              </a:rPr>
              <a:t>Students at Morgan State waited 40 minutes at the Food Resource Center, signed a paper sheet, and walked away when the manager could not match supply to demand in real time. I had been in that line. The week I started building, 312 students were turned away from food that was literally on the shelf behind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0"/>
            <a:ext cx="9189720" cy="254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901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9D56"/>
                </a:solidFill>
                <a:latin typeface="Calibri"/>
              </a:rPr>
              <a:t>PATRICK VALERY  /  MORGAN STATE  /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9012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02  /  WHAT IT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828800" cy="508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9189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 pantry that talks to itself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0B1E3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389120"/>
            <a:ext cx="8275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Real time inventory and student request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029200"/>
            <a:ext cx="8275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5E7EB"/>
                </a:solidFill>
                <a:latin typeface="Calibri"/>
              </a:rPr>
              <a:t>Students request what they need. The pantry shows what is on the shelf right now.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6858000"/>
            <a:ext cx="640080" cy="640080"/>
          </a:xfrm>
          <a:prstGeom prst="ellipse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0B1E3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6675120"/>
            <a:ext cx="8275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Manager dashboard with auto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7315200"/>
            <a:ext cx="8275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5E7EB"/>
                </a:solidFill>
                <a:latin typeface="Calibri"/>
              </a:rPr>
              <a:t>Requests pair with stock by category, quantity, and dietary tag without paper.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9144000"/>
            <a:ext cx="640080" cy="640080"/>
          </a:xfrm>
          <a:prstGeom prst="ellipse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0B1E3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8961120"/>
            <a:ext cx="8275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Wait time analytics for grant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9601200"/>
            <a:ext cx="8275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5E7EB"/>
                </a:solidFill>
                <a:latin typeface="Calibri"/>
              </a:rPr>
              <a:t>Administrators export the data USDA and the university already ask for.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2252960"/>
            <a:ext cx="9189720" cy="254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23901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9D56"/>
                </a:solidFill>
                <a:latin typeface="Calibri"/>
              </a:rPr>
              <a:t>PATRICK VALERY  /  MORGAN STATE  /  SPRING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239012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03  / 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828800" cy="508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9189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Built in two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4297680"/>
            <a:ext cx="4480560" cy="1463040"/>
          </a:xfrm>
          <a:prstGeom prst="rect">
            <a:avLst/>
          </a:prstGeom>
          <a:solidFill>
            <a:srgbClr val="12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4632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React, Vite, TypeScript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4297680"/>
            <a:ext cx="4480560" cy="1463040"/>
          </a:xfrm>
          <a:prstGeom prst="rect">
            <a:avLst/>
          </a:prstGeom>
          <a:solidFill>
            <a:srgbClr val="12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44348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484632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Express, Node 20, Drizzle 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943600"/>
            <a:ext cx="4480560" cy="1463040"/>
          </a:xfrm>
          <a:prstGeom prst="rect">
            <a:avLst/>
          </a:prstGeom>
          <a:solidFill>
            <a:srgbClr val="12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608076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49224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PostgreSQL on Neon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5943600"/>
            <a:ext cx="4480560" cy="1463040"/>
          </a:xfrm>
          <a:prstGeom prst="rect">
            <a:avLst/>
          </a:prstGeom>
          <a:solidFill>
            <a:srgbClr val="12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608076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649224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Replit Auth, role based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7589520"/>
            <a:ext cx="4480560" cy="1463040"/>
          </a:xfrm>
          <a:prstGeom prst="rect">
            <a:avLst/>
          </a:prstGeom>
          <a:solidFill>
            <a:srgbClr val="12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772668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REAL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813816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WebSocket inventory sync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7589520"/>
            <a:ext cx="4480560" cy="1463040"/>
          </a:xfrm>
          <a:prstGeom prst="rect">
            <a:avLst/>
          </a:prstGeom>
          <a:solidFill>
            <a:srgbClr val="12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772668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HOSTING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813816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Replit, custom domain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2252960"/>
            <a:ext cx="9189720" cy="254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23901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9D56"/>
                </a:solidFill>
                <a:latin typeface="Calibri"/>
              </a:rPr>
              <a:t>PATRICK VALERY  /  MORGAN STATE  /  SPRING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239012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04  / 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828800" cy="508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9189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pilot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4297680"/>
            <a:ext cx="4480560" cy="3200400"/>
          </a:xfrm>
          <a:prstGeom prst="rect">
            <a:avLst/>
          </a:prstGeom>
          <a:solidFill>
            <a:srgbClr val="12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663440"/>
            <a:ext cx="393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C19D56"/>
                </a:solidFill>
                <a:latin typeface="Calibri"/>
              </a:rPr>
              <a:t>40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17920"/>
            <a:ext cx="3931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Average wait, 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4297680"/>
            <a:ext cx="4480560" cy="3200400"/>
          </a:xfrm>
          <a:prstGeom prst="rect">
            <a:avLst/>
          </a:prstGeom>
          <a:solidFill>
            <a:srgbClr val="12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4663440"/>
            <a:ext cx="393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C19D56"/>
                </a:solidFill>
                <a:latin typeface="Calibri"/>
              </a:rPr>
              <a:t>6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6217920"/>
            <a:ext cx="3931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Average wait, 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7726680"/>
            <a:ext cx="4480560" cy="3200400"/>
          </a:xfrm>
          <a:prstGeom prst="rect">
            <a:avLst/>
          </a:prstGeom>
          <a:solidFill>
            <a:srgbClr val="12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8092440"/>
            <a:ext cx="393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C19D56"/>
                </a:solidFill>
                <a:latin typeface="Calibri"/>
              </a:rPr>
              <a:t>312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9646920"/>
            <a:ext cx="3931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Students served, week 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7726680"/>
            <a:ext cx="4480560" cy="3200400"/>
          </a:xfrm>
          <a:prstGeom prst="rect">
            <a:avLst/>
          </a:prstGeom>
          <a:solidFill>
            <a:srgbClr val="12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8092440"/>
            <a:ext cx="393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C19D56"/>
                </a:solidFill>
                <a:latin typeface="Calibri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9646920"/>
            <a:ext cx="3931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Inventory match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2252960"/>
            <a:ext cx="9189720" cy="254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23901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9D56"/>
                </a:solidFill>
                <a:latin typeface="Calibri"/>
              </a:rPr>
              <a:t>PATRICK VALERY  /  MORGAN STATE  /  SPRING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239012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05  /  WHAT I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828800" cy="508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9189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Three lessons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4553712"/>
            <a:ext cx="365760" cy="365760"/>
          </a:xfrm>
          <a:prstGeom prst="ellipse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389120"/>
            <a:ext cx="8595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Build for the line you stood in. Your memory is the user research.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6565392"/>
            <a:ext cx="365760" cy="365760"/>
          </a:xfrm>
          <a:prstGeom prst="ellipse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400800"/>
            <a:ext cx="8595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Real time is the product. Without WebSockets the dashboard lies.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8577072"/>
            <a:ext cx="365760" cy="365760"/>
          </a:xfrm>
          <a:prstGeom prst="ellipse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8412480"/>
            <a:ext cx="8595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Free tools (Neon, Replit, Drizzle) ship before enterprise stacks finish scoping.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2252960"/>
            <a:ext cx="9189720" cy="254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3901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9D56"/>
                </a:solidFill>
                <a:latin typeface="Calibri"/>
              </a:rPr>
              <a:t>PATRICK VALERY  /  MORGAN STATE  /  SPRING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239012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06  /  WHAT IS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828800" cy="508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9189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Where it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9189720" cy="640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5E7EB"/>
                </a:solidFill>
                <a:latin typeface="Calibri"/>
              </a:rPr>
              <a:t>Rolling out to all four HBCU food pantries in the DMV by fall 2026 with shared analytics and a USDA aligned reporting layer for grant applications. Open sourcing the entire stack so any campus can fork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0"/>
            <a:ext cx="9189720" cy="254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901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9D56"/>
                </a:solidFill>
                <a:latin typeface="Calibri"/>
              </a:rPr>
              <a:t>PATRICK VALERY  /  MORGAN STATE  /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9012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91897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The bottleneck was never supply. It was the line.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486400"/>
            <a:ext cx="9189720" cy="5080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9189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89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github.com/PadiusD1/morgan-pantry-store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0"/>
            <a:ext cx="9189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OPEN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9189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Software engineering and finance internships, summer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0"/>
            <a:ext cx="9189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9D56"/>
                </a:solidFill>
                <a:latin typeface="Calibri"/>
              </a:rPr>
              <a:t>REACH 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104120"/>
            <a:ext cx="9189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github.com/PadiusD1   |   pvaleryk@gmail.com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0"/>
            <a:ext cx="9189720" cy="365760"/>
          </a:xfrm>
          <a:prstGeom prst="rect">
            <a:avLst/>
          </a:prstGeom>
          <a:solidFill>
            <a:srgbClr val="C19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1932920"/>
            <a:ext cx="9189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E3F"/>
                </a:solidFill>
                <a:latin typeface="Calibri"/>
              </a:rPr>
              <a:t>FOLLOW FOR THE NEXT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